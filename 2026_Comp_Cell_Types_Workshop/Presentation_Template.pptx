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146850153" r:id="rId2"/>
    <p:sldId id="267" r:id="rId3"/>
    <p:sldId id="256" r:id="rId4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72FFC-8077-487D-AE72-C4A4C45B6EB5}" v="626" dt="2026-05-13T18:25:45.607"/>
    <p1510:client id="{DBCC3598-C416-4BD0-9B20-C7D56492DF91}" v="857" dt="2026-05-13T18:42:50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88321" autoAdjust="0"/>
  </p:normalViewPr>
  <p:slideViewPr>
    <p:cSldViewPr snapToGrid="0">
      <p:cViewPr varScale="1">
        <p:scale>
          <a:sx n="57" d="100"/>
          <a:sy n="57" d="100"/>
        </p:scale>
        <p:origin x="101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A9706-10CA-4668-A131-2307759F3365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FE182-1913-47EE-8A6B-F65ACC53B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6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4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18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8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3366-699C-E360-1A63-1158B5532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1835D-CF5C-0E29-7E4B-5C54CEF85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049CF-B27D-71DF-3115-A3F9BA08A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07501-68B5-9813-494B-6F92097A9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20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1BE1-F638-DDFE-DF26-8FD20B76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8854E-A366-63E0-C762-A7F709425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0BAC1-C7A6-95BB-54DD-B978AB056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US" dirty="0"/>
              <a:t>(6) what have you learned from the workshop.  (This is not super-well thought out, so feel free to edit).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en-US" dirty="0"/>
              <a:t>How project changed over the course of the workshop (if at all)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0750D-96C0-4D67-CE2B-1EA955D6F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91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4949-F46B-B303-5499-E2CF3C3A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AAA1E-10C7-ACFC-6B64-704354E08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09F07-B920-8134-E84C-A361E9562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C6DC6-D352-39BF-8704-52F08A7FA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60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20096-E0A3-5CBB-8AEF-7D1E094D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FF92A-C143-157B-EC3A-EBA54A380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BA846-2F02-D64A-1F7D-421F5A611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124F9-9EA5-52D3-F8BE-25BD8B111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FE182-1913-47EE-8A6B-F65ACC53BC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7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A146-FBEB-7C3B-8D1B-A8AC25CF7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6409C-CCB4-79A8-4F85-0C93A815D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EEAC8-B7F4-E3A6-A2B9-0D238369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F3C6F-7ACD-E68C-14D3-4A6B25A5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FCC77-D49B-B427-8825-D673111C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4C31-A7F0-EA67-4561-A559852C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C8EA6-FC81-9613-D132-0CEE196C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73335-39A3-C5AC-2202-D9A9A6B5D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EE19F-0E59-BA41-E55D-261DAF0C5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9201-44A3-6F95-D118-A4195E372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A98E-C3D2-37CC-5DE8-D4203C0E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B059F-7B13-7EB0-3FA4-3B9C9C41C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4C68E-413A-9FD0-0AED-B15AEF9C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1E2B2-7F85-D668-7793-CD2642088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FE8C1-9FAF-80CB-C358-D4458E4F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9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4C833-BCCD-7F35-AF80-BEE3EAEF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EFC03-F85B-7B78-2210-C73ADDB30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D54D1-1F23-D74B-6A68-E5E774ED6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C37CC-658C-F97C-60E3-2383C091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1E1D9-2458-733B-FD52-AA0310FC4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F1A2D-6B97-2C24-E709-6E506498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67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5FD0-2189-78F0-5B65-A693A1D2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10FDA-714B-1214-6ADD-23F56091E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78E8A-C969-9E2C-7DF4-21592CB6E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509A5-B8C3-4F8F-744A-BBA8BF951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94BA5-3094-198C-9D5D-E751D4EAA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53EA63-5000-C68E-2C8D-B1E7F405D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F6DF4-D19F-86F6-6459-4CBD7759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3C06A8-B9D1-A4F5-B5B9-E9AD71EB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7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E1BC-A585-B635-ED90-2D6E982A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A2B3F-BDC9-10D4-85FB-EDF3EBF74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88DF-A398-7954-3E92-14F6E9A7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9EF6E-2B04-0D00-0D4A-BB17EB1A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30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E9F6A-9FE0-ADCB-B87B-7E0DAB17C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D0AA23-1C5D-9504-F557-ED57DA2B8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28310-4284-C7AA-5364-399BF5559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765B-0170-4B16-B7EA-34F64F1F8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A93B-FE32-1BD8-6323-6C5A447E3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D0983-D6E3-3114-6568-CDF41EA08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7038E-CDEF-1076-975D-45B877BA1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86801-12FD-49CB-21A4-CED219FA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9393B-4A0C-ACFC-67D5-803A8FC4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BF13-4236-D59B-4FD2-7BD7A3C22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3089B-0105-781B-80FB-1F55E98E5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DCD79-8D8D-6898-6BCB-30B99FFD8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7723E-050C-1678-89F5-14730E93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12B8F-EC56-2AF0-6645-3CABCDCF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A7889-8F02-569C-2D62-C967A62C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4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0C1D-0A72-7AFA-A657-BB4626A6D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C7635-533F-47C9-FF52-3ED430AB6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E4E74-1DD4-093F-9503-C3BC1650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5A7B-7155-7F66-EF5C-FFB07C53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F1AAA-2BBB-9710-AF24-86E425C8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94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CE73D6-D754-234A-7FC6-9104885BA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8777B-385E-DA1E-5B3A-A78E0A8A1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89B7E-B6B5-4AAB-4C57-C7B9C99F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1287-4BBA-58AF-60A3-3CE48A0D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64302-C373-A901-A995-3B78C2C7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8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91EEF2-CBD3-1442-37F5-336FF620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B5663-46D2-A6CD-EE88-BD3014EEC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51606-3C04-1DE8-0CA9-45344F308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7E2F5-FF12-42F7-A5DA-16370BD5910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96584-13D0-0EE0-6C80-160BA8320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CD73F-9659-A6A2-2C06-BBBD70E70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76128-6D55-43CC-8EED-F9359831A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7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D61DF-4263-2AA9-0419-025CC25B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-119953"/>
            <a:ext cx="10515600" cy="1325563"/>
          </a:xfrm>
        </p:spPr>
        <p:txBody>
          <a:bodyPr/>
          <a:lstStyle/>
          <a:p>
            <a:r>
              <a:rPr lang="en-US" dirty="0"/>
              <a:t>Presentation Schedule: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886EE-600E-6F22-F060-1867BDB44170}"/>
              </a:ext>
            </a:extLst>
          </p:cNvPr>
          <p:cNvSpPr txBox="1"/>
          <p:nvPr/>
        </p:nvSpPr>
        <p:spPr>
          <a:xfrm>
            <a:off x="609599" y="958949"/>
            <a:ext cx="10847943" cy="5899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9:00-9:05 Intro/Welcome</a:t>
            </a:r>
          </a:p>
          <a:p>
            <a:pPr algn="l"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9:05-9:25 (15 min talk, 5 min Q&amp;A) Group 1: PSY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9:25-9:45 (15 min talk, 5 min Q&amp;A) Group 2: Veronika, </a:t>
            </a:r>
            <a:r>
              <a:rPr lang="en-US" sz="2400" b="1" dirty="0" err="1">
                <a:latin typeface="Allen Institute Plus Text" panose="020B0504050101020204" pitchFamily="34" charset="77"/>
              </a:rPr>
              <a:t>Purba</a:t>
            </a:r>
            <a:r>
              <a:rPr lang="en-US" sz="2400" b="1" dirty="0">
                <a:latin typeface="Allen Institute Plus Text" panose="020B0504050101020204" pitchFamily="34" charset="77"/>
              </a:rPr>
              <a:t>, Caleb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9:45-10:05 (15 min talk, 5 min Q&amp;A) Group 3: Allen Panelists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10:05-10:25 (15 min talk, 5 min Q&amp;A) Group 4: Ciara, Nick, Akshita, Armaan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10:25-10:45 (15 min talk, 5 min Q&amp;A) Group 5: Marina, Amin, Abhinav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Allen Institute Plus Text" panose="020B0504050101020204" pitchFamily="34" charset="77"/>
              </a:rPr>
              <a:t>10:45-11:00 Group Q&amp;A</a:t>
            </a:r>
          </a:p>
        </p:txBody>
      </p:sp>
    </p:spTree>
    <p:extLst>
      <p:ext uri="{BB962C8B-B14F-4D97-AF65-F5344CB8AC3E}">
        <p14:creationId xmlns:p14="http://schemas.microsoft.com/office/powerpoint/2010/main" val="3870628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E3028-9B45-B433-2F95-44639F39779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867682"/>
            <a:ext cx="10515600" cy="5133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Presentation instructions</a:t>
            </a:r>
            <a:r>
              <a:rPr lang="en-US" dirty="0"/>
              <a:t>: Each team has </a:t>
            </a:r>
            <a:r>
              <a:rPr lang="en-US" b="1" dirty="0"/>
              <a:t>15 minutes</a:t>
            </a:r>
            <a:r>
              <a:rPr lang="en-US" dirty="0"/>
              <a:t> to discuss their project and what they learned at the workshop (plus 5 additional minutes for Q&amp;A/discussion). We would encourage (but do not require) teams to allow everyone to present a part.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remaining slides break down the content that should be included. You can fill in information as is, treating this as a strict template, or present things your own way using this as a guideline for what to present, so long as all the relevant content is included somewhere.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(Also, don’t forget to remove this instructions box before presenting!)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whatever theme, fonts etc. you want!</a:t>
            </a:r>
          </a:p>
        </p:txBody>
      </p:sp>
    </p:spTree>
    <p:extLst>
      <p:ext uri="{BB962C8B-B14F-4D97-AF65-F5344CB8AC3E}">
        <p14:creationId xmlns:p14="http://schemas.microsoft.com/office/powerpoint/2010/main" val="403688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BD9E-5074-088B-C78D-893134068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Project title goes here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Team name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C0205-238E-5219-1E95-F4AD01D6D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Name 1</a:t>
            </a:r>
          </a:p>
          <a:p>
            <a:r>
              <a:rPr lang="en-US" dirty="0"/>
              <a:t>Name 2 </a:t>
            </a:r>
          </a:p>
          <a:p>
            <a:r>
              <a:rPr lang="en-US" dirty="0"/>
              <a:t>Name 3</a:t>
            </a:r>
          </a:p>
          <a:p>
            <a:r>
              <a:rPr lang="en-US" dirty="0"/>
              <a:t>(Name 4)</a:t>
            </a:r>
          </a:p>
          <a:p>
            <a:r>
              <a:rPr lang="en-US" dirty="0"/>
              <a:t>(Name 5)</a:t>
            </a:r>
          </a:p>
        </p:txBody>
      </p:sp>
    </p:spTree>
    <p:extLst>
      <p:ext uri="{BB962C8B-B14F-4D97-AF65-F5344CB8AC3E}">
        <p14:creationId xmlns:p14="http://schemas.microsoft.com/office/powerpoint/2010/main" val="429178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3E59-4786-B4C1-E726-279AB53DC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format (15 min total):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9F93-7C4C-8CAD-2C8F-DDD599EE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72553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b="1" dirty="0"/>
              <a:t>Intro section: </a:t>
            </a:r>
            <a:r>
              <a:rPr lang="en-US" dirty="0"/>
              <a:t>who you are, what data, etc. = 3-4 min</a:t>
            </a:r>
          </a:p>
          <a:p>
            <a:pPr>
              <a:lnSpc>
                <a:spcPct val="200000"/>
              </a:lnSpc>
            </a:pPr>
            <a:r>
              <a:rPr lang="en-US" b="1" dirty="0"/>
              <a:t>Project Section: </a:t>
            </a:r>
            <a:r>
              <a:rPr lang="en-US" dirty="0"/>
              <a:t>project details, methods, any results = 8-10 min</a:t>
            </a:r>
          </a:p>
          <a:p>
            <a:pPr>
              <a:lnSpc>
                <a:spcPct val="200000"/>
              </a:lnSpc>
            </a:pPr>
            <a:r>
              <a:rPr lang="en-US" b="1" dirty="0"/>
              <a:t>Closing Section: </a:t>
            </a:r>
            <a:r>
              <a:rPr lang="en-US" dirty="0"/>
              <a:t>what you learned, acknowledgements = 1-2 min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939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1E5A-EEAD-4C04-56D8-E69F97A5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 Section: </a:t>
            </a:r>
            <a:r>
              <a:rPr lang="en-US" dirty="0"/>
              <a:t>Who are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E022-E35A-37DC-DCBE-C1AABEF4C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~1 minute</a:t>
            </a:r>
          </a:p>
          <a:p>
            <a:r>
              <a:rPr lang="en-US" dirty="0"/>
              <a:t>Share a bit about your team.</a:t>
            </a:r>
          </a:p>
          <a:p>
            <a:r>
              <a:rPr lang="en-US" dirty="0"/>
              <a:t>Who are you, where are you from, what do you do in your day job</a:t>
            </a:r>
          </a:p>
        </p:txBody>
      </p:sp>
    </p:spTree>
    <p:extLst>
      <p:ext uri="{BB962C8B-B14F-4D97-AF65-F5344CB8AC3E}">
        <p14:creationId xmlns:p14="http://schemas.microsoft.com/office/powerpoint/2010/main" val="362316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8ED4-F240-F0C3-8107-B0C2A1183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 Section: </a:t>
            </a:r>
            <a:r>
              <a:rPr lang="en-US" dirty="0"/>
              <a:t>What is your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6B7F-1937-9469-9602-0061BD3B0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~2 minutes</a:t>
            </a:r>
          </a:p>
          <a:p>
            <a:r>
              <a:rPr lang="en-US" dirty="0"/>
              <a:t>Briefly, what is your project? This of this as the introduction where you can provide background for what you chose, why you chose it, and why folks should care.</a:t>
            </a:r>
          </a:p>
        </p:txBody>
      </p:sp>
    </p:spTree>
    <p:extLst>
      <p:ext uri="{BB962C8B-B14F-4D97-AF65-F5344CB8AC3E}">
        <p14:creationId xmlns:p14="http://schemas.microsoft.com/office/powerpoint/2010/main" val="37118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A4791-03FD-EB2D-9B96-93C32226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 Section: </a:t>
            </a:r>
            <a:r>
              <a:rPr lang="en-US" dirty="0"/>
              <a:t>What data sets did you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C6CC-1068-C75E-79F8-A4A03F6B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~1 minute</a:t>
            </a:r>
          </a:p>
          <a:p>
            <a:r>
              <a:rPr lang="en-US" dirty="0"/>
              <a:t>Discuss what data sets you used, including data sets from the Allen Institute and from any other sources</a:t>
            </a:r>
          </a:p>
          <a:p>
            <a:r>
              <a:rPr lang="en-US" dirty="0"/>
              <a:t>(Optional) Are there other data sets that you were considering by decided not to use? Why?</a:t>
            </a:r>
          </a:p>
        </p:txBody>
      </p:sp>
    </p:spTree>
    <p:extLst>
      <p:ext uri="{BB962C8B-B14F-4D97-AF65-F5344CB8AC3E}">
        <p14:creationId xmlns:p14="http://schemas.microsoft.com/office/powerpoint/2010/main" val="2000345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A318E-EC5E-61F8-8C38-B13E7B0CC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Section: </a:t>
            </a:r>
            <a:r>
              <a:rPr lang="en-US" dirty="0"/>
              <a:t>What method did you do to address your scientific question?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F436C-0C73-D163-E55C-8854EC758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2-4 minutes </a:t>
            </a:r>
          </a:p>
          <a:p>
            <a:r>
              <a:rPr lang="en-US" dirty="0"/>
              <a:t>This is the “methods” section where you discuss how you used your data set(s) to address your question.</a:t>
            </a:r>
          </a:p>
          <a:p>
            <a:r>
              <a:rPr lang="en-US" dirty="0"/>
              <a:t>What code-books did you use? Did you make your own?</a:t>
            </a:r>
          </a:p>
          <a:p>
            <a:r>
              <a:rPr lang="en-US" dirty="0"/>
              <a:t>Did you use Code ocean or some other way?</a:t>
            </a:r>
          </a:p>
          <a:p>
            <a:r>
              <a:rPr lang="en-US" dirty="0"/>
              <a:t>What computational strategy did you use? </a:t>
            </a:r>
          </a:p>
          <a:p>
            <a:r>
              <a:rPr lang="en-US" dirty="0"/>
              <a:t>If your project was focused more on creating a new method, spend some time discussing this method.</a:t>
            </a:r>
          </a:p>
        </p:txBody>
      </p:sp>
    </p:spTree>
    <p:extLst>
      <p:ext uri="{BB962C8B-B14F-4D97-AF65-F5344CB8AC3E}">
        <p14:creationId xmlns:p14="http://schemas.microsoft.com/office/powerpoint/2010/main" val="1167824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F4A5-548C-5008-720B-D191FA95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4F1A-E333-8076-F286-4C6A85B5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Section: </a:t>
            </a:r>
            <a:r>
              <a:rPr lang="en-US" dirty="0"/>
              <a:t>What results have you come up with so far?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B49A-853D-B01D-C622-D6E4C4286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r>
              <a:rPr lang="en-US" dirty="0"/>
              <a:t>2-4 minutes </a:t>
            </a:r>
          </a:p>
          <a:p>
            <a:r>
              <a:rPr lang="en-US" dirty="0"/>
              <a:t>This is the “results” section where you discuss what you learned from your project so far.  </a:t>
            </a:r>
            <a:r>
              <a:rPr lang="en-US" b="1" dirty="0"/>
              <a:t>It is okay if your project is not complete</a:t>
            </a:r>
            <a:r>
              <a:rPr lang="en-US" dirty="0"/>
              <a:t>.</a:t>
            </a:r>
          </a:p>
          <a:p>
            <a:r>
              <a:rPr lang="en-US" dirty="0"/>
              <a:t>If your project was focused more on addressing a biological question, spend some time discussing how these results address the biological questions.</a:t>
            </a:r>
          </a:p>
          <a:p>
            <a:r>
              <a:rPr lang="en-US" dirty="0"/>
              <a:t>Images (e.g., plots, graphs) and tables would go well here</a:t>
            </a:r>
          </a:p>
        </p:txBody>
      </p:sp>
    </p:spTree>
    <p:extLst>
      <p:ext uri="{BB962C8B-B14F-4D97-AF65-F5344CB8AC3E}">
        <p14:creationId xmlns:p14="http://schemas.microsoft.com/office/powerpoint/2010/main" val="249890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0C1CE-9CE2-5F03-EA27-11A4347B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7C52-8C4E-1AED-B87B-ABC579DB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Section: </a:t>
            </a:r>
            <a:r>
              <a:rPr lang="en-US" dirty="0"/>
              <a:t>What are your projects next steps?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0170D-B6E1-A03D-A22B-AFEF64F86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6811" cy="4351338"/>
          </a:xfrm>
        </p:spPr>
        <p:txBody>
          <a:bodyPr/>
          <a:lstStyle/>
          <a:p>
            <a:r>
              <a:rPr lang="en-US" dirty="0"/>
              <a:t>1-3 minutes </a:t>
            </a:r>
          </a:p>
          <a:p>
            <a:r>
              <a:rPr lang="en-US" dirty="0"/>
              <a:t>This is your “Discussion </a:t>
            </a:r>
            <a:r>
              <a:rPr lang="en-US" dirty="0">
                <a:sym typeface="Wingdings" panose="05000000000000000000" pitchFamily="2" charset="2"/>
              </a:rPr>
              <a:t> Future work” section</a:t>
            </a:r>
            <a:endParaRPr lang="en-US" dirty="0"/>
          </a:p>
          <a:p>
            <a:r>
              <a:rPr lang="en-US" dirty="0"/>
              <a:t>If your project isn’t complete, and whether or not you plan to follow-up, what would a reasonable set of next steps be to address to push your project forward</a:t>
            </a:r>
          </a:p>
          <a:p>
            <a:r>
              <a:rPr lang="en-US" dirty="0"/>
              <a:t>(If your project is complete, is there something that could be done to extend it?)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10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4086-F251-E5D2-0C4C-8781BB68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1BD4-ADF5-DA44-819A-9090758CD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Section: </a:t>
            </a:r>
            <a:r>
              <a:rPr lang="en-US" dirty="0"/>
              <a:t>How has your project changed over the course of the workshop?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FBC4F-9EEF-69EB-7915-0FAF25105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6811" cy="4351338"/>
          </a:xfrm>
        </p:spPr>
        <p:txBody>
          <a:bodyPr/>
          <a:lstStyle/>
          <a:p>
            <a:r>
              <a:rPr lang="en-US" dirty="0"/>
              <a:t>1-2 minutes</a:t>
            </a:r>
          </a:p>
          <a:p>
            <a:r>
              <a:rPr lang="en-US" dirty="0"/>
              <a:t>If your team started off addressing one project and ended up on another, what changed and why?</a:t>
            </a:r>
          </a:p>
          <a:p>
            <a:r>
              <a:rPr lang="en-US" dirty="0"/>
              <a:t>How did feedback from Allen scientists influence your project?</a:t>
            </a:r>
          </a:p>
          <a:p>
            <a:r>
              <a:rPr lang="en-US" dirty="0"/>
              <a:t>What made you decide not to pursue your original topic? (e.g., data access challenges, coding issues, discussion with Allen Institute scientists, better idea came up, etc.)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28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1311-5F37-C0C8-4241-AF395CB31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97E1-0A26-A4EC-5AD2-FECE6FFF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Closing Section: </a:t>
            </a:r>
            <a:r>
              <a:rPr lang="en-US" dirty="0"/>
              <a:t>What have you learned from the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3BB24-C116-DC0D-7A24-4A310C98C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6811" cy="4351338"/>
          </a:xfrm>
        </p:spPr>
        <p:txBody>
          <a:bodyPr/>
          <a:lstStyle/>
          <a:p>
            <a:r>
              <a:rPr lang="en-US" dirty="0"/>
              <a:t>1-2 minutes</a:t>
            </a:r>
          </a:p>
          <a:p>
            <a:r>
              <a:rPr lang="en-US" dirty="0"/>
              <a:t>Regardless of the chosen project or how much progress you’ve made what have you learned over the past few days?</a:t>
            </a:r>
          </a:p>
          <a:p>
            <a:r>
              <a:rPr lang="en-US" dirty="0"/>
              <a:t>How will you apply this knowledge when you get back to your real job?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58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4273-87F5-F955-4F71-CBB9DFBE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Closing Section: </a:t>
            </a:r>
            <a:r>
              <a:rPr lang="en-US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CF1C-8ADC-B0BB-D38B-ACA25E20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(Optional slide to share any acknowledgements)</a:t>
            </a:r>
          </a:p>
        </p:txBody>
      </p:sp>
    </p:spTree>
    <p:extLst>
      <p:ext uri="{BB962C8B-B14F-4D97-AF65-F5344CB8AC3E}">
        <p14:creationId xmlns:p14="http://schemas.microsoft.com/office/powerpoint/2010/main" val="267599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864</Words>
  <Application>Microsoft Office PowerPoint</Application>
  <PresentationFormat>Widescreen</PresentationFormat>
  <Paragraphs>73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Allen Institute Plus Text</vt:lpstr>
      <vt:lpstr>Aptos</vt:lpstr>
      <vt:lpstr>Aptos Display</vt:lpstr>
      <vt:lpstr>Arial</vt:lpstr>
      <vt:lpstr>Wingdings</vt:lpstr>
      <vt:lpstr>Office Theme</vt:lpstr>
      <vt:lpstr>Presentation Schedule:</vt:lpstr>
      <vt:lpstr>PowerPoint Presentation</vt:lpstr>
      <vt:lpstr>Project title goes here  Team name here</vt:lpstr>
      <vt:lpstr>General format (15 min total):</vt:lpstr>
      <vt:lpstr>Intro Section: Who are you?</vt:lpstr>
      <vt:lpstr>Intro Section: What is your project?</vt:lpstr>
      <vt:lpstr>Intro Section: What data sets did you use?</vt:lpstr>
      <vt:lpstr>Project Section: What method did you do to address your scientific question?</vt:lpstr>
      <vt:lpstr>Project Section: What results have you come up with so far?</vt:lpstr>
      <vt:lpstr>Project Section: What are your projects next steps?</vt:lpstr>
      <vt:lpstr>Project Section: How has your project changed over the course of the workshop?</vt:lpstr>
      <vt:lpstr>Closing Section: What have you learned from the workshop</vt:lpstr>
      <vt:lpstr>Closing Section: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Miller</dc:creator>
  <cp:lastModifiedBy>Rachel Hostetler</cp:lastModifiedBy>
  <cp:revision>2</cp:revision>
  <dcterms:created xsi:type="dcterms:W3CDTF">2026-05-13T17:42:47Z</dcterms:created>
  <dcterms:modified xsi:type="dcterms:W3CDTF">2026-05-13T18:42:50Z</dcterms:modified>
</cp:coreProperties>
</file>